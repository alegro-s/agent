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Приветствуйте студентов, представьте программу лекций и цели сегодняшней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Объясните, что такое образовательная программа и почему ее проектирование важно. Упомяните основные цели и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Обсудите важность анализа потребностей в проектировании. Покажите примеры того, как это делается.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Объясните, как формируется содержание программы. Расскажите о важности выбора подходящих тем и модулей.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Обсудите различные методы и форматы обучения. Расскажите о важности планирования и организации.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Объясните, как проводится оценка и корректировка образовательной программы. Подчеркните важность постоянного улучшения.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Предложите студентам разработать план и структуру образовательной программы. Ответьте на вопросы студентов.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Подведите итоги лекции, обсудите ключевые моменты и ответьте на вопросы студентов.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Объясните, что оценка и аттестация играют ключевую роль в качестве образовательных программ и повышении их эффективности. Цель лекции — дать базовые знания и навыки.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Объясните, что формативная оценка помогает улучшить качество обучения в процессе его реализации.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Объясните, что суммативная оценка оценивает итоговые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Объясните, что аттестация важна для поддержания качества преподавания и учебных материалов.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студентам возможность применить полученные знания на практике.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Подведите итоги лекции, ответьте на вопросы студентов и предложите для обсуждения.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5943600"/>
          </a:xfrm>
          <a:prstGeom prst="roundRect">
            <a:avLst>
              <a:gd name="adj" fmla="val 6154"/>
            </a:avLst>
          </a:prstGeom>
          <a:solidFill>
            <a:srgbClr val="131313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88EF1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ч · 2 лекц.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 проектирования образовательных программ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Презентации к лекциям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4389120"/>
          </a:xfrm>
          <a:prstGeom prst="roundRect">
            <a:avLst>
              <a:gd name="adj" fmla="val 8333"/>
            </a:avLst>
          </a:prstGeom>
          <a:solidFill>
            <a:srgbClr val="88EF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проектирования образовательных программ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лекции · Основные этапы проектирования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проектирование образовательных программ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целей и задач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Понимание роли проектирования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потребностей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целевой аудитории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текущих потребностей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 целей обучения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содержания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тем и модулей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целей обучения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учебных материалов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и организация обучения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форматов обучения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и сроки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оценки и контроля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и корректировка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обратной связи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результатов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Корректировка программы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плана и структуры образовательной программы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задание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 и вопросы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 вопросы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Обсуждение ключевых моментов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 на вопросы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4389120"/>
          </a:xfrm>
          <a:prstGeom prst="roundRect">
            <a:avLst>
              <a:gd name="adj" fmla="val 8333"/>
            </a:avLst>
          </a:prstGeom>
          <a:solidFill>
            <a:srgbClr val="88EF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оценки и аттестации образовательных программ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понятие оценки и аттестации · Важность оценки и аттестации в образовательном процессе · Цели и задачи лекции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Формативная оценка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формативной оценки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Виды формативной оценки: самооценка, взаимная оценка, оценка преподавателем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использования формативной оценки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Суммативная оценка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суммативной оценки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Виды суммативной оценки: экзамены, тесты, проекты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использования суммативной оценки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аттестации преподавателей и учебных материалов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аттестации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аттестации преподавателей: наблюдение, анализ учебных материалов, оценка студентами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аттестации учебных материалов: экспертиза, анализ содержания, оценка преподавателей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применение методов оценки и аттестации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практического применения формативной оценки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практического применения суммативной оценки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практического применения аттестации преподавателей и учебных материалов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проектирования образовательных программ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 и вопросы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моменты лекции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и обсуждение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проектирования образовательных программ</dc:title>
  <dc:subject>PptxGenJS Presentation</dc:subject>
  <dc:creator>PptxGenJS</dc:creator>
  <cp:lastModifiedBy>PptxGenJS</cp:lastModifiedBy>
  <cp:revision>1</cp:revision>
  <dcterms:created xsi:type="dcterms:W3CDTF">2026-10-15T09:14:51Z</dcterms:created>
  <dcterms:modified xsi:type="dcterms:W3CDTF">2026-10-15T09:14:51Z</dcterms:modified>
</cp:coreProperties>
</file>