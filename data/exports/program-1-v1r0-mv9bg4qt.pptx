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Приветствие, краткое введение в Python и его применение.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Объяснение концепции переменных и типов данных с примерами.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Приведение примеров из повседневной жизни для наглядности.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 примера простой программы на Python, объяснение синтаксиса.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Подведение итогов, повторение ключевых моментов и призыв к практике.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 для вопросов и обсуждение применения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Приветствуем вас на уроке о переменных и типах данных в Python. Мы будем изучать, как работают данные в программе и как их использовать.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Переменная — это как коробка, где мы храним информацию. Например, переменная `score` может хранить количество очков в игре, а переменная `name` — имя игрока.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Типы данных помогают нам понять, что хранит переменная. Числа могут быть целыми или дробными, строки — это текстовые данные, а логические значения могут быть `True` или `False`.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Представьте, что вы играете в игру. Переменная `score` отслеживает количество очков, `health` — здоровье персонажа, а `is_game_over` определяет, закончилась ли игра.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Рассмотрим задачу: определить, является ли число четным. Мы используем переменную `number`, вычисляем остаток от деления на 2 и сохраняем результат в переменную `is_even`. Если число четное, `is_even` будет `True`, если нечетное — `False`.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Переменные помогают организовать код, делая его более читаемым и понятным. Например, `if is_student: print('Привет, студент!')` или `if score &gt; 100: print('Поздравляем, вы выиграли!')`.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этом уроке мы изучили переменные и типы данных в Python. Переменные — это коробки для хранения данных, а типы данных помогают нам понять, что хранит переменная. Мы рассмотрели примеры использования переменных в играх и повседневной жизни.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247120" cy="5943600"/>
          </a:xfrm>
          <a:prstGeom prst="roundRect">
            <a:avLst>
              <a:gd name="adj" fmla="val 6154"/>
            </a:avLst>
          </a:prstGeom>
          <a:solidFill>
            <a:srgbClr val="131313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88EF1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822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ч · 2 лекц.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01168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Первые шаги в Python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B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Презентации к лекциям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4389120"/>
          </a:xfrm>
          <a:prstGeom prst="roundRect">
            <a:avLst>
              <a:gd name="adj" fmla="val 8333"/>
            </a:avLst>
          </a:prstGeom>
          <a:solidFill>
            <a:srgbClr val="88EF1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Знакомство с Python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— это язык программирования, который помогает компьютеру выполнять задачи · Используется в играх, на сайтах и даже в космических кораблях · Легко учиться и использовать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 и типы данных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Переменная — это как коробка, где мы храним информацию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данных: числа, строки, логические значения (истина/ложь)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переменная `age` хранит возраст, а переменная `name` — имя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переменных в повседневной жизни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Ваше имя — это строка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Возраст — это число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Есть ли у вас братья или сестры — логическое значение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Простая программа на Python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программы: `print('Привет, мир!')`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выводит сообщение на экран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программы: `age = 15; print(age)`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 выводит ваш возраст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— это мощный инструмент для решения задач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 и типы данных — основа программирования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Практика важна для освоения Python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1.1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Задайте свои вопросы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Обсудим, как применять Python в играх и повседневной жизни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4389120"/>
          </a:xfrm>
          <a:prstGeom prst="roundRect">
            <a:avLst>
              <a:gd name="adj" fmla="val 8333"/>
            </a:avLst>
          </a:prstGeom>
          <a:solidFill>
            <a:srgbClr val="88EF1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 и типы данных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02336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13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 — это ячейки памяти компьютера, где хранятся данные · Типы данных: числа, строки и логические значения · Примеры из игр и повседневной жизни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Переменная — это как коробка, где мы храним информацию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переменная `score` хранит количество очков в игре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переменная `name` хранит имя игрока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данных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Числа: целые и дробные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Строки: текстовые данные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Логические значения: `True` и `False`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`age = 15` — целое число, `name = 'Иван'` — строка, `is_student = True` — логическое значение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из игр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Переменная `score` отслеживает количество очков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Переменная `health` показывает здоровье персонажа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Переменная `is_game_over` определяет, закончилась ли игра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задачи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Задача: определить, является ли число четным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Код: `number = 4; is_even = number % 2 == 0`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`is_even` будет `True`, если число четное, и `False` — если нечетное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Использование переменных в коде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 помогают организовать код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`if is_student: print('Привет, студент!')`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Пример: `if score &gt; 100: print('Поздравляем, вы выиграли!')`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0B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1.2 · Основы Python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515600" y="2743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и вопросы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4389120"/>
          </a:xfrm>
          <a:prstGeom prst="roundRect">
            <a:avLst>
              <a:gd name="adj" fmla="val 6250"/>
            </a:avLst>
          </a:prstGeom>
          <a:solidFill>
            <a:srgbClr val="131313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332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Переменные — это коробки для хранения данных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данных: числа, строки и логические значения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22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Примеры использования переменных в играх и повседневной жизни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Первые шаги в Python</dc:title>
  <dc:subject>PptxGenJS Presentation</dc:subject>
  <dc:creator>PptxGenJS</dc:creator>
  <cp:lastModifiedBy>PptxGenJS</cp:lastModifiedBy>
  <cp:revision>1</cp:revision>
  <dcterms:created xsi:type="dcterms:W3CDTF">2026-10-15T09:08:06Z</dcterms:created>
  <dcterms:modified xsi:type="dcterms:W3CDTF">2026-10-15T09:08:06Z</dcterms:modified>
</cp:coreProperties>
</file>